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3611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4587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762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5575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5336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0816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73503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2829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03757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8229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9347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0244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33192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773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5073984-FFB3-4F65-82D6-FCFA35B0E755}" type="datetimeFigureOut">
              <a:rPr lang="bg-BG" smtClean="0"/>
              <a:t>5.4.2026 г.</a:t>
            </a:fld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E8141FF-CBBE-43EB-AEA8-883DB8DA288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98552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Rent A Car</a:t>
            </a:r>
            <a:endParaRPr lang="bg-BG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 err="1" smtClean="0"/>
              <a:t>Екипен</a:t>
            </a:r>
            <a:r>
              <a:rPr lang="ru-RU" dirty="0" smtClean="0"/>
              <a:t> проект за </a:t>
            </a:r>
            <a:r>
              <a:rPr lang="ru-RU" dirty="0" err="1" smtClean="0"/>
              <a:t>уеб</a:t>
            </a:r>
            <a:r>
              <a:rPr lang="ru-RU" dirty="0" smtClean="0"/>
              <a:t> </a:t>
            </a:r>
            <a:r>
              <a:rPr lang="ru-RU" dirty="0" err="1" smtClean="0"/>
              <a:t>базирано</a:t>
            </a:r>
            <a:r>
              <a:rPr lang="ru-RU" dirty="0" smtClean="0"/>
              <a:t> приложение с 3-слойна архитектура, </a:t>
            </a:r>
            <a:r>
              <a:rPr lang="ru-RU" dirty="0" err="1" smtClean="0"/>
              <a:t>изработен</a:t>
            </a:r>
            <a:r>
              <a:rPr lang="ru-RU" dirty="0" smtClean="0"/>
              <a:t> от Николай Василев, </a:t>
            </a:r>
            <a:r>
              <a:rPr lang="ru-RU" dirty="0" err="1" smtClean="0"/>
              <a:t>Сави</a:t>
            </a:r>
            <a:r>
              <a:rPr lang="ru-RU" dirty="0" smtClean="0"/>
              <a:t> </a:t>
            </a:r>
            <a:r>
              <a:rPr lang="ru-RU" dirty="0" err="1" smtClean="0"/>
              <a:t>Янкулов</a:t>
            </a:r>
            <a:r>
              <a:rPr lang="ru-RU" dirty="0" smtClean="0"/>
              <a:t>, </a:t>
            </a:r>
            <a:r>
              <a:rPr lang="ru-RU" dirty="0" err="1" smtClean="0"/>
              <a:t>Божидар</a:t>
            </a:r>
            <a:r>
              <a:rPr lang="ru-RU" dirty="0" smtClean="0"/>
              <a:t> </a:t>
            </a:r>
            <a:r>
              <a:rPr lang="ru-RU" dirty="0" err="1" smtClean="0"/>
              <a:t>Желев</a:t>
            </a:r>
            <a:r>
              <a:rPr lang="ru-RU" dirty="0" smtClean="0"/>
              <a:t> и Георги </a:t>
            </a:r>
            <a:r>
              <a:rPr lang="ru-RU" dirty="0" err="1" smtClean="0"/>
              <a:t>Къчев</a:t>
            </a:r>
            <a:r>
              <a:rPr lang="ru-RU" dirty="0" smtClean="0"/>
              <a:t>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8581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Архитектура на решението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736273" cy="4351338"/>
          </a:xfrm>
        </p:spPr>
        <p:txBody>
          <a:bodyPr/>
          <a:lstStyle/>
          <a:p>
            <a:r>
              <a:rPr lang="en-US" sz="1800" dirty="0" smtClean="0"/>
              <a:t>Data layer:</a:t>
            </a:r>
          </a:p>
          <a:p>
            <a:pPr marL="0" indent="0">
              <a:buNone/>
            </a:pPr>
            <a:r>
              <a:rPr lang="en-US" sz="1800" dirty="0" smtClean="0"/>
              <a:t>-Entity </a:t>
            </a:r>
            <a:r>
              <a:rPr lang="bg-BG" sz="1800" dirty="0" smtClean="0"/>
              <a:t>модели –</a:t>
            </a:r>
          </a:p>
          <a:p>
            <a:pPr marL="0" indent="0">
              <a:buNone/>
            </a:pPr>
            <a:r>
              <a:rPr lang="en-US" sz="1800" dirty="0" smtClean="0"/>
              <a:t>User, Car, Reservation</a:t>
            </a:r>
          </a:p>
          <a:p>
            <a:pPr marL="0" indent="0">
              <a:buNone/>
            </a:pPr>
            <a:r>
              <a:rPr lang="en-US" sz="1800" dirty="0" smtClean="0"/>
              <a:t>-EF </a:t>
            </a:r>
            <a:r>
              <a:rPr lang="bg-BG" sz="1800" dirty="0" smtClean="0"/>
              <a:t>конфигурация и </a:t>
            </a:r>
            <a:r>
              <a:rPr lang="en-US" sz="1800" dirty="0" smtClean="0"/>
              <a:t>seed </a:t>
            </a:r>
            <a:r>
              <a:rPr lang="bg-BG" sz="1800" dirty="0" smtClean="0"/>
              <a:t>данни</a:t>
            </a:r>
          </a:p>
          <a:p>
            <a:pPr marL="0" indent="0">
              <a:buNone/>
            </a:pPr>
            <a:r>
              <a:rPr lang="bg-BG" sz="1800" dirty="0" smtClean="0"/>
              <a:t>-</a:t>
            </a:r>
            <a:r>
              <a:rPr lang="en-US" sz="1800" dirty="0" smtClean="0"/>
              <a:t>MySQL </a:t>
            </a:r>
            <a:r>
              <a:rPr lang="bg-BG" sz="1800" dirty="0" smtClean="0"/>
              <a:t>база данни</a:t>
            </a:r>
            <a:endParaRPr lang="en-US" sz="1800" dirty="0" smtClean="0"/>
          </a:p>
          <a:p>
            <a:endParaRPr lang="bg-BG" dirty="0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8606933" y="1601182"/>
            <a:ext cx="2775065" cy="4351338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Presentation layer:</a:t>
            </a:r>
          </a:p>
          <a:p>
            <a:pPr marL="0" indent="0">
              <a:buNone/>
            </a:pPr>
            <a:r>
              <a:rPr lang="en-US" sz="1800" dirty="0" smtClean="0"/>
              <a:t>-Controllers </a:t>
            </a:r>
            <a:r>
              <a:rPr lang="bg-BG" sz="1800" dirty="0" smtClean="0"/>
              <a:t>и </a:t>
            </a:r>
            <a:r>
              <a:rPr lang="en-US" sz="1800" dirty="0" err="1" smtClean="0"/>
              <a:t>ViewModels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-Razor Views</a:t>
            </a:r>
          </a:p>
          <a:p>
            <a:pPr marL="0" indent="0">
              <a:buNone/>
            </a:pPr>
            <a:r>
              <a:rPr lang="en-US" sz="1800" dirty="0" smtClean="0"/>
              <a:t>-Area admin</a:t>
            </a:r>
          </a:p>
          <a:p>
            <a:pPr marL="0" indent="0">
              <a:buNone/>
            </a:pPr>
            <a:r>
              <a:rPr lang="en-US" sz="1800" dirty="0" smtClean="0"/>
              <a:t>-</a:t>
            </a:r>
            <a:r>
              <a:rPr lang="bg-BG" sz="1800" dirty="0" smtClean="0"/>
              <a:t>Навигация и </a:t>
            </a:r>
            <a:r>
              <a:rPr lang="en-US" sz="1800" dirty="0" smtClean="0"/>
              <a:t>UI</a:t>
            </a:r>
            <a:endParaRPr lang="bg-BG" sz="1800" dirty="0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4707092" y="2640273"/>
            <a:ext cx="27778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Service </a:t>
            </a:r>
            <a:r>
              <a:rPr lang="en-US" dirty="0" smtClean="0"/>
              <a:t>layer:</a:t>
            </a:r>
          </a:p>
          <a:p>
            <a:endParaRPr lang="en-US" dirty="0"/>
          </a:p>
          <a:p>
            <a:r>
              <a:rPr lang="en-US" dirty="0" smtClean="0"/>
              <a:t>-User service</a:t>
            </a:r>
          </a:p>
          <a:p>
            <a:r>
              <a:rPr lang="en-US" dirty="0" smtClean="0"/>
              <a:t>-Car service</a:t>
            </a:r>
          </a:p>
          <a:p>
            <a:r>
              <a:rPr lang="en-US" dirty="0" smtClean="0"/>
              <a:t>-Reservation service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2142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Функционалности на системата</a:t>
            </a:r>
            <a:endParaRPr lang="bg-BG" dirty="0"/>
          </a:p>
        </p:txBody>
      </p:sp>
      <p:sp>
        <p:nvSpPr>
          <p:cNvPr id="3" name="Текстово поле 2"/>
          <p:cNvSpPr txBox="1"/>
          <p:nvPr/>
        </p:nvSpPr>
        <p:spPr>
          <a:xfrm>
            <a:off x="494675" y="1690494"/>
            <a:ext cx="24583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Потребители:</a:t>
            </a:r>
          </a:p>
          <a:p>
            <a:r>
              <a:rPr lang="bg-BG" dirty="0" smtClean="0"/>
              <a:t>-Регистрация и вход в системата</a:t>
            </a:r>
          </a:p>
          <a:p>
            <a:r>
              <a:rPr lang="bg-BG" dirty="0" smtClean="0"/>
              <a:t>-Валидация за </a:t>
            </a:r>
            <a:r>
              <a:rPr lang="en-US" dirty="0" smtClean="0"/>
              <a:t>username, email, EGN</a:t>
            </a:r>
            <a:endParaRPr lang="bg-BG" dirty="0"/>
          </a:p>
        </p:txBody>
      </p:sp>
      <p:sp>
        <p:nvSpPr>
          <p:cNvPr id="4" name="Текстово поле 3"/>
          <p:cNvSpPr txBox="1"/>
          <p:nvPr/>
        </p:nvSpPr>
        <p:spPr>
          <a:xfrm>
            <a:off x="3867462" y="1690301"/>
            <a:ext cx="32078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Автомобили:</a:t>
            </a:r>
          </a:p>
          <a:p>
            <a:r>
              <a:rPr lang="bg-BG" dirty="0" smtClean="0"/>
              <a:t>-Списък и детайли за коли.</a:t>
            </a:r>
          </a:p>
          <a:p>
            <a:r>
              <a:rPr lang="bg-BG" dirty="0" smtClean="0"/>
              <a:t>-Марка, модел, година, места, цена на ден</a:t>
            </a:r>
          </a:p>
          <a:p>
            <a:r>
              <a:rPr lang="bg-BG" dirty="0" smtClean="0"/>
              <a:t>-Възможност за прикачване на снимки на автомобилите.</a:t>
            </a:r>
            <a:endParaRPr lang="bg-BG" dirty="0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7989757" y="1690688"/>
            <a:ext cx="3612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Заявки:</a:t>
            </a:r>
          </a:p>
          <a:p>
            <a:r>
              <a:rPr lang="bg-BG" dirty="0" smtClean="0"/>
              <a:t>-Търсене по период.</a:t>
            </a:r>
          </a:p>
          <a:p>
            <a:r>
              <a:rPr lang="bg-BG" dirty="0" smtClean="0"/>
              <a:t>-Създаване на заявка за резервация.</a:t>
            </a:r>
          </a:p>
          <a:p>
            <a:r>
              <a:rPr lang="bg-BG" dirty="0" smtClean="0"/>
              <a:t>-Одобряване или отказ от администратора.</a:t>
            </a:r>
            <a:endParaRPr lang="bg-BG" dirty="0"/>
          </a:p>
        </p:txBody>
      </p:sp>
      <p:sp>
        <p:nvSpPr>
          <p:cNvPr id="6" name="Текстово поле 5"/>
          <p:cNvSpPr txBox="1"/>
          <p:nvPr/>
        </p:nvSpPr>
        <p:spPr>
          <a:xfrm>
            <a:off x="554635" y="4497049"/>
            <a:ext cx="51416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Роли и достъп:</a:t>
            </a:r>
          </a:p>
          <a:p>
            <a:r>
              <a:rPr lang="en-US" dirty="0" smtClean="0"/>
              <a:t>User –</a:t>
            </a:r>
            <a:r>
              <a:rPr lang="bg-BG" dirty="0" smtClean="0"/>
              <a:t> разглеждане на коли, търсене и резервации.</a:t>
            </a:r>
          </a:p>
          <a:p>
            <a:r>
              <a:rPr lang="en-US" dirty="0" smtClean="0"/>
              <a:t>Admin – </a:t>
            </a:r>
            <a:r>
              <a:rPr lang="bg-BG" dirty="0" smtClean="0"/>
              <a:t>Управление на автомобили, потребители и заявки.</a:t>
            </a:r>
            <a:endParaRPr lang="bg-BG" dirty="0"/>
          </a:p>
        </p:txBody>
      </p:sp>
      <p:sp>
        <p:nvSpPr>
          <p:cNvPr id="7" name="Текстово поле 6"/>
          <p:cNvSpPr txBox="1"/>
          <p:nvPr/>
        </p:nvSpPr>
        <p:spPr>
          <a:xfrm>
            <a:off x="6096000" y="4497049"/>
            <a:ext cx="47119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Бизнес правила:</a:t>
            </a:r>
          </a:p>
          <a:p>
            <a:r>
              <a:rPr lang="bg-BG" dirty="0" smtClean="0"/>
              <a:t>-Няма двама потребители с еднакъв </a:t>
            </a:r>
            <a:r>
              <a:rPr lang="en-US" dirty="0" smtClean="0"/>
              <a:t>username</a:t>
            </a:r>
            <a:endParaRPr lang="bg-BG" dirty="0" smtClean="0"/>
          </a:p>
          <a:p>
            <a:r>
              <a:rPr lang="bg-BG" dirty="0" smtClean="0"/>
              <a:t>-Няма две резервации за 1 кола за еднакъв период от време.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2231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Как работи?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838200" y="1825625"/>
            <a:ext cx="4483308" cy="4351338"/>
          </a:xfrm>
        </p:spPr>
        <p:txBody>
          <a:bodyPr>
            <a:normAutofit/>
          </a:bodyPr>
          <a:lstStyle/>
          <a:p>
            <a:r>
              <a:rPr lang="bg-BG" sz="1800" dirty="0" smtClean="0"/>
              <a:t>Потребителят избира автомобил и начална и крайна дата.</a:t>
            </a:r>
          </a:p>
          <a:p>
            <a:r>
              <a:rPr lang="bg-BG" sz="1800" dirty="0" smtClean="0"/>
              <a:t>Системата проверява за вече одобрени резервации.</a:t>
            </a:r>
          </a:p>
          <a:p>
            <a:r>
              <a:rPr lang="bg-BG" sz="1800" dirty="0" smtClean="0"/>
              <a:t>Ако има застъпване, колата не се показва като свободна</a:t>
            </a:r>
            <a:endParaRPr lang="bg-BG" sz="1800" dirty="0"/>
          </a:p>
        </p:txBody>
      </p:sp>
    </p:spTree>
    <p:extLst>
      <p:ext uri="{BB962C8B-B14F-4D97-AF65-F5344CB8AC3E}">
        <p14:creationId xmlns:p14="http://schemas.microsoft.com/office/powerpoint/2010/main" val="160997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Какво е реализирано?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810000" y="2008505"/>
            <a:ext cx="4483308" cy="4351338"/>
          </a:xfrm>
        </p:spPr>
        <p:txBody>
          <a:bodyPr>
            <a:normAutofit/>
          </a:bodyPr>
          <a:lstStyle/>
          <a:p>
            <a:r>
              <a:rPr lang="bg-BG" sz="1800" dirty="0" smtClean="0"/>
              <a:t>Управление на потребители и вход.</a:t>
            </a:r>
          </a:p>
          <a:p>
            <a:r>
              <a:rPr lang="bg-BG" sz="1800" dirty="0" smtClean="0"/>
              <a:t>Роли и ограничаване на достъпа.</a:t>
            </a:r>
          </a:p>
          <a:p>
            <a:r>
              <a:rPr lang="bg-BG" sz="1800" dirty="0" smtClean="0"/>
              <a:t>Управление на автомобили и заявки.</a:t>
            </a:r>
          </a:p>
          <a:p>
            <a:r>
              <a:rPr lang="bg-BG" sz="1800" dirty="0" smtClean="0"/>
              <a:t>Логика за добавяне и премахване на автомобил, както и проверка за наличност.</a:t>
            </a:r>
          </a:p>
          <a:p>
            <a:r>
              <a:rPr lang="bg-BG" sz="1800" dirty="0" smtClean="0"/>
              <a:t>Ясна трислойна архитектура.</a:t>
            </a:r>
          </a:p>
          <a:p>
            <a:r>
              <a:rPr lang="bg-BG" sz="1800" dirty="0" smtClean="0"/>
              <a:t>Е</a:t>
            </a:r>
            <a:r>
              <a:rPr lang="en-US" sz="1800" dirty="0" smtClean="0"/>
              <a:t>F Core migrations.</a:t>
            </a:r>
          </a:p>
          <a:p>
            <a:r>
              <a:rPr lang="bg-BG" sz="1800" dirty="0" smtClean="0"/>
              <a:t>Работещи бизнес правила и валидации.</a:t>
            </a:r>
            <a:endParaRPr lang="bg-BG" sz="1800" dirty="0"/>
          </a:p>
        </p:txBody>
      </p:sp>
    </p:spTree>
    <p:extLst>
      <p:ext uri="{BB962C8B-B14F-4D97-AF65-F5344CB8AC3E}">
        <p14:creationId xmlns:p14="http://schemas.microsoft.com/office/powerpoint/2010/main" val="240556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93230" y="2598659"/>
            <a:ext cx="10515600" cy="1325563"/>
          </a:xfrm>
        </p:spPr>
        <p:txBody>
          <a:bodyPr/>
          <a:lstStyle/>
          <a:p>
            <a:pPr algn="ctr"/>
            <a:r>
              <a:rPr lang="bg-BG" dirty="0" smtClean="0"/>
              <a:t>Благодарим за вниманието!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197732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тировки">
  <a:themeElements>
    <a:clrScheme name="Котировки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Котировки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Котировки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TM03457503[[fn=Котировки]]</Template>
  <TotalTime>18</TotalTime>
  <Words>282</Words>
  <Application>Microsoft Office PowerPoint</Application>
  <PresentationFormat>Широк екран</PresentationFormat>
  <Paragraphs>49</Paragraphs>
  <Slides>6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</vt:i4>
      </vt:variant>
    </vt:vector>
  </HeadingPairs>
  <TitlesOfParts>
    <vt:vector size="9" baseType="lpstr">
      <vt:lpstr>Century Gothic</vt:lpstr>
      <vt:lpstr>Wingdings 2</vt:lpstr>
      <vt:lpstr>Котировки</vt:lpstr>
      <vt:lpstr>Rent A Car</vt:lpstr>
      <vt:lpstr>Архитектура на решението</vt:lpstr>
      <vt:lpstr>Функционалности на системата</vt:lpstr>
      <vt:lpstr>Как работи?</vt:lpstr>
      <vt:lpstr>Какво е реализирано?</vt:lpstr>
      <vt:lpstr>Благодарим за вниманието!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 A Car</dc:title>
  <dc:creator>admin</dc:creator>
  <cp:lastModifiedBy>admin</cp:lastModifiedBy>
  <cp:revision>4</cp:revision>
  <dcterms:created xsi:type="dcterms:W3CDTF">2026-04-05T07:58:38Z</dcterms:created>
  <dcterms:modified xsi:type="dcterms:W3CDTF">2026-04-05T08:17:07Z</dcterms:modified>
</cp:coreProperties>
</file>